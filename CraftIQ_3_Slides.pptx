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7ACBDD-D10B-410C-BC22-1B94F41FE4EF}" v="1" dt="2026-06-04T01:26:32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i Temesgen" userId="e4421fbea011ea29" providerId="LiveId" clId="{AB08125D-FDCE-4C36-A365-DDF7CB5DC510}"/>
    <pc:docChg chg="modSld">
      <pc:chgData name="Abdi Temesgen" userId="e4421fbea011ea29" providerId="LiveId" clId="{AB08125D-FDCE-4C36-A365-DDF7CB5DC510}" dt="2026-06-04T01:33:13.138" v="21" actId="1035"/>
      <pc:docMkLst>
        <pc:docMk/>
      </pc:docMkLst>
      <pc:sldChg chg="modSp mod">
        <pc:chgData name="Abdi Temesgen" userId="e4421fbea011ea29" providerId="LiveId" clId="{AB08125D-FDCE-4C36-A365-DDF7CB5DC510}" dt="2026-06-04T01:27:04.431" v="4" actId="2711"/>
        <pc:sldMkLst>
          <pc:docMk/>
          <pc:sldMk cId="0" sldId="256"/>
        </pc:sldMkLst>
        <pc:spChg chg="mod">
          <ac:chgData name="Abdi Temesgen" userId="e4421fbea011ea29" providerId="LiveId" clId="{AB08125D-FDCE-4C36-A365-DDF7CB5DC510}" dt="2026-06-04T01:27:04.431" v="4" actId="271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bdi Temesgen" userId="e4421fbea011ea29" providerId="LiveId" clId="{AB08125D-FDCE-4C36-A365-DDF7CB5DC510}" dt="2026-06-04T01:33:13.138" v="21" actId="1035"/>
        <pc:sldMkLst>
          <pc:docMk/>
          <pc:sldMk cId="4067434266" sldId="262"/>
        </pc:sldMkLst>
        <pc:picChg chg="mod modCrop">
          <ac:chgData name="Abdi Temesgen" userId="e4421fbea011ea29" providerId="LiveId" clId="{AB08125D-FDCE-4C36-A365-DDF7CB5DC510}" dt="2026-06-04T01:33:13.138" v="21" actId="1035"/>
          <ac:picMkLst>
            <pc:docMk/>
            <pc:sldMk cId="4067434266" sldId="262"/>
            <ac:picMk id="9" creationId="{B45F3A6F-D5B8-1B0B-CD28-6639D8E48A25}"/>
          </ac:picMkLst>
        </pc:picChg>
      </pc:sldChg>
      <pc:sldChg chg="modSp mod">
        <pc:chgData name="Abdi Temesgen" userId="e4421fbea011ea29" providerId="LiveId" clId="{AB08125D-FDCE-4C36-A365-DDF7CB5DC510}" dt="2026-06-04T01:31:31.439" v="5" actId="404"/>
        <pc:sldMkLst>
          <pc:docMk/>
          <pc:sldMk cId="297425202" sldId="264"/>
        </pc:sldMkLst>
        <pc:spChg chg="mod">
          <ac:chgData name="Abdi Temesgen" userId="e4421fbea011ea29" providerId="LiveId" clId="{AB08125D-FDCE-4C36-A365-DDF7CB5DC510}" dt="2026-06-04T01:31:31.439" v="5" actId="404"/>
          <ac:spMkLst>
            <pc:docMk/>
            <pc:sldMk cId="297425202" sldId="264"/>
            <ac:spMk id="4" creationId="{DC5CAEA8-EA25-8505-2BC3-823D1831AA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11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51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35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87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1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32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39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1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4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ocalhost:7262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5357" y="634484"/>
            <a:ext cx="6845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91919"/>
                </a:solidFill>
              </a:defRPr>
            </a:pPr>
            <a:r>
              <a:rPr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CraftIQ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7243" y="1274564"/>
            <a:ext cx="714184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Career Intelligence Platform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• Analyze • Improve</a:t>
            </a:r>
            <a:endParaRPr lang="en-US" sz="20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By: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Abdi Temesgen Terfasa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CPSC 5110 01 26SQ Fundamentals of Software Engineering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ASP.NET Core MVC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OpenRouter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SQLite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32166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</a:t>
            </a:r>
            <a:r>
              <a:rPr lang="en-US" sz="3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CraftIQ</a:t>
            </a: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6923" y="1375410"/>
            <a:ext cx="66087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  <a:p>
            <a:pPr marL="742950" lvl="1" indent="-285750">
              <a:buFont typeface="Gill Sans MT" panose="020B0502020104020203" pitchFamily="34" charset="0"/>
              <a:buChar char="x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professional CVs takes time </a:t>
            </a:r>
          </a:p>
          <a:p>
            <a:pPr marL="742950" lvl="1" indent="-285750">
              <a:buFont typeface="Gill Sans MT" panose="020B0502020104020203" pitchFamily="34" charset="0"/>
              <a:buChar char="x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 letters are difficult to write </a:t>
            </a:r>
          </a:p>
          <a:p>
            <a:pPr marL="742950" lvl="1" indent="-285750">
              <a:buFont typeface="Gill Sans MT" panose="020B0502020104020203" pitchFamily="34" charset="0"/>
              <a:buChar char="x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career guidance and feedback </a:t>
            </a:r>
          </a:p>
          <a:p>
            <a:pPr marL="742950" lvl="1" indent="-285750">
              <a:buFont typeface="Gill Sans MT" panose="020B0502020104020203" pitchFamily="34" charset="0"/>
              <a:buChar char="x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single platform for career development</a:t>
            </a:r>
          </a:p>
          <a:p>
            <a:pPr lvl="1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CV Builder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 Letter Generator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Resume Analysis &amp; ATS Scoring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Matching &amp; Career Guidance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Code Refactoring </a:t>
            </a:r>
          </a:p>
          <a:p>
            <a:pPr marL="3486150" lvl="7" indent="-285750">
              <a:buFont typeface="Wingdings" panose="05000000000000000000" pitchFamily="2" charset="2"/>
              <a:buChar char="ü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8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job application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082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Requirements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8660" y="1108710"/>
            <a:ext cx="5126916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Requirements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create and edit CVs.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generate cover letters.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upload and analyze resumes.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refactor source code using AI.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save and export documents.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Non-Functional Requirements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user data and files.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AI response time.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document processing.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multiple file formats (PDF, DOCX, PNG).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32DBF-47C3-ED88-1AA8-C9129F22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42B128-B5E1-9616-52D2-2F81D9CD1AAC}"/>
              </a:ext>
            </a:extLst>
          </p:cNvPr>
          <p:cNvSpPr txBox="1"/>
          <p:nvPr/>
        </p:nvSpPr>
        <p:spPr>
          <a:xfrm>
            <a:off x="640080" y="457200"/>
            <a:ext cx="338502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5F678-6CB0-4E05-2F14-5E690BD3D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04" t="2171" r="9039" b="3972"/>
          <a:stretch>
            <a:fillRect/>
          </a:stretch>
        </p:blipFill>
        <p:spPr>
          <a:xfrm>
            <a:off x="1381125" y="1095374"/>
            <a:ext cx="5648326" cy="3200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56F20F-91BF-CD5B-8B16-BA53ACC5F138}"/>
              </a:ext>
            </a:extLst>
          </p:cNvPr>
          <p:cNvSpPr txBox="1"/>
          <p:nvPr/>
        </p:nvSpPr>
        <p:spPr>
          <a:xfrm>
            <a:off x="1381126" y="4471898"/>
            <a:ext cx="5838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Razor Views, HTML, CSS, JavaScript 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ASP.NET Core MVC, C#</a:t>
            </a: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OpenRouter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 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SQLite, 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297288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5605-2566-3033-58E2-145F5519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C3ACB6-8739-6C4C-878A-2951BAB43A92}"/>
              </a:ext>
            </a:extLst>
          </p:cNvPr>
          <p:cNvSpPr txBox="1"/>
          <p:nvPr/>
        </p:nvSpPr>
        <p:spPr>
          <a:xfrm>
            <a:off x="640080" y="457200"/>
            <a:ext cx="7532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91919"/>
                </a:solidFill>
              </a:defRPr>
            </a:pPr>
            <a:r>
              <a:rPr lang="en-US" sz="4000" dirty="0"/>
              <a:t>Demo</a:t>
            </a:r>
            <a:endParaRPr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34A88-003A-BB4B-EB41-67652D9B1885}"/>
              </a:ext>
            </a:extLst>
          </p:cNvPr>
          <p:cNvSpPr txBox="1"/>
          <p:nvPr/>
        </p:nvSpPr>
        <p:spPr>
          <a:xfrm>
            <a:off x="3287315" y="2325171"/>
            <a:ext cx="2569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▶ </a:t>
            </a:r>
            <a:r>
              <a:rPr lang="en-US" b="1" dirty="0">
                <a:hlinkClick r:id="rId2"/>
              </a:rPr>
              <a:t>Open </a:t>
            </a:r>
            <a:r>
              <a:rPr lang="en-US" b="1" dirty="0" err="1">
                <a:hlinkClick r:id="rId2"/>
              </a:rPr>
              <a:t>CraftIQ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9035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891C-388F-B759-C04C-BF4130A1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1A04E-B50D-8C6E-5E97-6931A113BFA6}"/>
              </a:ext>
            </a:extLst>
          </p:cNvPr>
          <p:cNvSpPr txBox="1"/>
          <p:nvPr/>
        </p:nvSpPr>
        <p:spPr>
          <a:xfrm>
            <a:off x="640080" y="457200"/>
            <a:ext cx="449174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Challenges &amp; Solutions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48224D-9A17-6952-0209-F57471916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69192"/>
              </p:ext>
            </p:extLst>
          </p:nvPr>
        </p:nvGraphicFramePr>
        <p:xfrm>
          <a:off x="640080" y="1219200"/>
          <a:ext cx="7443788" cy="3565686"/>
        </p:xfrm>
        <a:graphic>
          <a:graphicData uri="http://schemas.openxmlformats.org/drawingml/2006/table">
            <a:tbl>
              <a:tblPr/>
              <a:tblGrid>
                <a:gridCol w="3721894">
                  <a:extLst>
                    <a:ext uri="{9D8B030D-6E8A-4147-A177-3AD203B41FA5}">
                      <a16:colId xmlns:a16="http://schemas.microsoft.com/office/drawing/2014/main" val="2248540599"/>
                    </a:ext>
                  </a:extLst>
                </a:gridCol>
                <a:gridCol w="3721894">
                  <a:extLst>
                    <a:ext uri="{9D8B030D-6E8A-4147-A177-3AD203B41FA5}">
                      <a16:colId xmlns:a16="http://schemas.microsoft.com/office/drawing/2014/main" val="2454004069"/>
                    </a:ext>
                  </a:extLst>
                </a:gridCol>
              </a:tblGrid>
              <a:tr h="37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28755"/>
                  </a:ext>
                </a:extLst>
              </a:tr>
              <a:tr h="63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Extracting data from PDF, DOCX, and image resumes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Implemented document parsing and OCR-based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88049"/>
                  </a:ext>
                </a:extLst>
              </a:tr>
              <a:tr h="63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Integrating multiple AI-powered features into one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Used OpenRouter API with a modular service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063466"/>
                  </a:ext>
                </a:extLst>
              </a:tr>
              <a:tr h="63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Providing accurate resume analysis and ATS scoring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Combined AI feedback with custom C# scoring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004900"/>
                  </a:ext>
                </a:extLst>
              </a:tr>
              <a:tr h="63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Ensuring system reliability and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Implemented automated testing using xUnit, Moq, and Coverlet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176527"/>
                  </a:ext>
                </a:extLst>
              </a:tr>
              <a:tr h="63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Supporting multiple export formats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Developed PDF, DOCX, PNG, TXT, and JSON export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32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80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2A79-4A9D-887B-EEBA-639004FA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78A779-AD7A-D941-DBE4-BF3E757906EC}"/>
              </a:ext>
            </a:extLst>
          </p:cNvPr>
          <p:cNvSpPr txBox="1"/>
          <p:nvPr/>
        </p:nvSpPr>
        <p:spPr>
          <a:xfrm>
            <a:off x="640080" y="457200"/>
            <a:ext cx="46238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Quality Assurance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51A0E-C887-16ED-79E0-C5C16E44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9" b="9981"/>
          <a:stretch>
            <a:fillRect/>
          </a:stretch>
        </p:blipFill>
        <p:spPr>
          <a:xfrm>
            <a:off x="447084" y="1011197"/>
            <a:ext cx="4584156" cy="3141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DDDDEA-A32A-5950-5C60-0036D3BEDE0A}"/>
              </a:ext>
            </a:extLst>
          </p:cNvPr>
          <p:cNvSpPr txBox="1"/>
          <p:nvPr/>
        </p:nvSpPr>
        <p:spPr>
          <a:xfrm>
            <a:off x="447084" y="4152900"/>
            <a:ext cx="439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 unit and integration tests executed covering Services (37), Controllers (42), Database (10), Security (8), Integration (8), and Analysis Reports (19).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5F3A6F-D5B8-1B0B-CD28-6639D8E48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7" t="-3375" b="3375"/>
          <a:stretch>
            <a:fillRect/>
          </a:stretch>
        </p:blipFill>
        <p:spPr>
          <a:xfrm>
            <a:off x="5031239" y="952206"/>
            <a:ext cx="4006917" cy="189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160A-1601-C09C-C19C-441A56FA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D556E-1776-E9CC-A083-D7009AE7F320}"/>
              </a:ext>
            </a:extLst>
          </p:cNvPr>
          <p:cNvSpPr txBox="1"/>
          <p:nvPr/>
        </p:nvSpPr>
        <p:spPr>
          <a:xfrm>
            <a:off x="640080" y="457200"/>
            <a:ext cx="52324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9"/>
                </a:solidFill>
              </a:defRPr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Lessons Learned &amp; Future Work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CAEA8-EA25-8505-2BC3-823D1831AA44}"/>
              </a:ext>
            </a:extLst>
          </p:cNvPr>
          <p:cNvSpPr txBox="1"/>
          <p:nvPr/>
        </p:nvSpPr>
        <p:spPr>
          <a:xfrm>
            <a:off x="708660" y="1108710"/>
            <a:ext cx="5666423" cy="289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Lessons Learned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Learned how to design and build a complete software system.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Gained experience integrating AI into real-world applications.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skills in selecting the right technologies and tools.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Strengthened testing and software quality practices.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more premium and professional CV templates.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coding practice module.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AI-powered career assistance features.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CraftIQ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wider user access.</a:t>
            </a:r>
          </a:p>
        </p:txBody>
      </p:sp>
    </p:spTree>
    <p:extLst>
      <p:ext uri="{BB962C8B-B14F-4D97-AF65-F5344CB8AC3E}">
        <p14:creationId xmlns:p14="http://schemas.microsoft.com/office/powerpoint/2010/main" val="29742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A25B-CFE7-2328-9F2C-AC03D52B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F1BC3-19FF-EE24-0B4E-F40001E4E531}"/>
              </a:ext>
            </a:extLst>
          </p:cNvPr>
          <p:cNvSpPr txBox="1"/>
          <p:nvPr/>
        </p:nvSpPr>
        <p:spPr>
          <a:xfrm>
            <a:off x="0" y="1552575"/>
            <a:ext cx="8972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91919"/>
                </a:solidFill>
              </a:defRPr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Q/A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466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132</TotalTime>
  <Words>408</Words>
  <Application>Microsoft Office PowerPoint</Application>
  <PresentationFormat>On-screen Show (4:3)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HoPeLaD</dc:creator>
  <cp:keywords/>
  <dc:description>generated using python-pptx</dc:description>
  <cp:lastModifiedBy>Abdi Temesgen</cp:lastModifiedBy>
  <cp:revision>2</cp:revision>
  <dcterms:created xsi:type="dcterms:W3CDTF">2013-01-27T09:14:16Z</dcterms:created>
  <dcterms:modified xsi:type="dcterms:W3CDTF">2026-06-04T01:33:18Z</dcterms:modified>
  <cp:category/>
</cp:coreProperties>
</file>